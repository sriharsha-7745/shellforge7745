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hpysQL+51t1n6VicG68cO0N2iV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787" y="123496"/>
            <a:ext cx="10867696" cy="6611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54" y="365125"/>
            <a:ext cx="10616045" cy="5709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54572"/>
            <a:ext cx="10238210" cy="5948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10920248" cy="5987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65125"/>
            <a:ext cx="10615448" cy="5811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365125"/>
            <a:ext cx="10229193" cy="5811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1545" y="453222"/>
            <a:ext cx="9459310" cy="5540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8358" y="83560"/>
            <a:ext cx="8474174" cy="600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018" y="365125"/>
            <a:ext cx="10515600" cy="5667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945" y="365125"/>
            <a:ext cx="9935261" cy="56374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7918" y="220718"/>
            <a:ext cx="10515600" cy="5601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3" name="Google Shape;1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72229"/>
            <a:ext cx="9774382" cy="5618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10515600" cy="543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7" name="Google Shape;1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31229"/>
            <a:ext cx="10131972" cy="5822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3" name="Google Shape;183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84" name="Google Shape;18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65125"/>
            <a:ext cx="10515600" cy="5720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0" name="Google Shape;190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1" name="Google Shape;1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99697"/>
            <a:ext cx="10515599" cy="5864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7" name="Google Shape;19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8" name="Google Shape;1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1" y="252248"/>
            <a:ext cx="10155620" cy="5843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05" name="Google Shape;2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5574" y="365125"/>
            <a:ext cx="10027226" cy="5811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1" name="Google Shape;2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12" name="Google Shape;2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6582" y="168166"/>
            <a:ext cx="10647218" cy="5234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19" name="Google Shape;2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10145109" cy="5646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54" y="365125"/>
            <a:ext cx="10708011" cy="5811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2" name="Google Shape;232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33" name="Google Shape;2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10166131" cy="5811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7755" y="365125"/>
            <a:ext cx="10697499" cy="5646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525517"/>
            <a:ext cx="10618076" cy="5082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3" name="Google Shape;253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54" name="Google Shape;25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4564" y="283779"/>
            <a:ext cx="9830277" cy="5770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0" name="Google Shape;26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745" y="241738"/>
            <a:ext cx="10700248" cy="492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68" name="Google Shape;2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10515600" cy="5811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365125"/>
            <a:ext cx="10597055" cy="5811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81" name="Google Shape;28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82" name="Google Shape;2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73269"/>
            <a:ext cx="10027944" cy="5686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2026-08-27T06:44:04Z</dcterms:created>
  <dc:creator>eliza d</dc:creator>
</cp:coreProperties>
</file>